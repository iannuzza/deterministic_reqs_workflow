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STBIO_AI Workflow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Stage-gated process: main steps, gate logic, and execution commands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Workflow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Converts source specifications into traceable SRS/ARS/DRS artifacts</a:t>
            </a:r>
          </a:p>
          <a:p>
            <a:pPr>
              <a:defRPr sz="2000"/>
            </a:pPr>
            <a:r>
              <a:t>Uses deterministic stage runners and explicit gate validators</a:t>
            </a:r>
          </a:p>
          <a:p>
            <a:pPr>
              <a:defRPr sz="2000"/>
            </a:pPr>
            <a:r>
              <a:t>Enforces artifact-driven flow after Stage 1 source read</a:t>
            </a:r>
          </a:p>
          <a:p>
            <a:pPr>
              <a:defRPr sz="2000"/>
            </a:pPr>
            <a:r>
              <a:t>Adds crosscheck evidence at each stage before progression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Stages (Main Steps)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2999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4937760"/>
                <a:gridCol w="3749039"/>
              </a:tblGrid>
              <a:tr h="628650">
                <a:tc>
                  <a:txBody>
                    <a:bodyPr/>
                    <a:lstStyle/>
                    <a:p>
                      <a:r>
                        <a:rPr sz="1200"/>
                        <a:t>Stage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Gate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Main objective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Primary runner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Gate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Ontology baseline and semantic blockers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scripts/run_stage0_gate0.py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Requirements extraction + taxonomy + RAG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scripts/run_stage1_requirements_gate1.py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Formal specs from Stage 1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scripts/run_stage1_specs_gate2.py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Micro-Arch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Micro-architecture synthesis and crosscheck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scripts/run_stage2_micro_arc_gate.py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Stage 3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SRS generation + markdown/latex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scripts/run_stage3_srs_gate.py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Stage 4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ARS generation + crosscheck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scripts/run_stage4_ars_gate.py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Stage 5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DRS generation + crosscheck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scripts/run_stage5_drs_gate.py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Each stage must generate required artifacts and pass crosschecks</a:t>
            </a:r>
          </a:p>
          <a:p>
            <a:pPr>
              <a:defRPr sz="2000"/>
            </a:pPr>
            <a:r>
              <a:t>If a gate fails, loop on the same stage until blockers are resolved</a:t>
            </a:r>
          </a:p>
          <a:p>
            <a:pPr>
              <a:defRPr sz="2000"/>
            </a:pPr>
            <a:r>
              <a:t>Canonical execution order: 0 -&gt; 1 -&gt; 2 -&gt; 2a -&gt; 3 -&gt; 4 -&gt; 5</a:t>
            </a:r>
          </a:p>
          <a:p>
            <a:pPr>
              <a:defRPr sz="2000"/>
            </a:pPr>
            <a:r>
              <a:t>Stage 6 architecture comparison is standalone after Stage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Policy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Stage 1 is the only stage allowed to read source spec directly</a:t>
            </a:r>
          </a:p>
          <a:p>
            <a:pPr>
              <a:defRPr sz="2000"/>
            </a:pPr>
            <a:r>
              <a:t>Stage 2+ must consume artifacts only (guarded by stage independence checks)</a:t>
            </a:r>
          </a:p>
          <a:p>
            <a:pPr>
              <a:defRPr sz="2000"/>
            </a:pPr>
            <a:r>
              <a:t>SRS/ARS/DRS entries use one-to-one Covers mapping</a:t>
            </a:r>
          </a:p>
          <a:p>
            <a:pPr>
              <a:defRPr sz="2000"/>
            </a:pPr>
            <a:r>
              <a:t>Requirement statements use normative wording and unique IDs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Execution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scripts/run_stage0_gate0.py</a:t>
            </a:r>
          </a:p>
          <a:p>
            <a:pPr>
              <a:defRPr sz="2000"/>
            </a:pPr>
            <a:r>
              <a:t>python scripts/run_stage1_requirements_gate1.py</a:t>
            </a:r>
          </a:p>
          <a:p>
            <a:pPr>
              <a:defRPr sz="2000"/>
            </a:pPr>
            <a:r>
              <a:t>python scripts/run_stage1_specs_gate2.py</a:t>
            </a:r>
          </a:p>
          <a:p>
            <a:pPr>
              <a:defRPr sz="2000"/>
            </a:pPr>
            <a:r>
              <a:t>python scripts/run_stage2_micro_arc_gate.py</a:t>
            </a:r>
          </a:p>
          <a:p>
            <a:pPr>
              <a:defRPr sz="2000"/>
            </a:pPr>
            <a:r>
              <a:t>python scripts/run_stage3_srs_gate.py</a:t>
            </a:r>
          </a:p>
          <a:p>
            <a:pPr>
              <a:defRPr sz="2000"/>
            </a:pPr>
            <a:r>
              <a:t>python scripts/run_stage4_ars_gate.py</a:t>
            </a:r>
          </a:p>
          <a:p>
            <a:pPr>
              <a:defRPr sz="2000"/>
            </a:pPr>
            <a:r>
              <a:t>python scripts/run_stage5_drs_gate.py</a:t>
            </a:r>
          </a:p>
          <a:p>
            <a:pPr>
              <a:defRPr sz="2000"/>
            </a:pPr>
            <a:r>
              <a:t>python scripts/workflow_cli.py arch-compare --project-to-compare &lt;project_name&gt;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Stage 0: ontology, glossary, semantic issues, stage report</a:t>
            </a:r>
          </a:p>
          <a:p>
            <a:pPr>
              <a:defRPr sz="2000"/>
            </a:pPr>
            <a:r>
              <a:t>Stage 1: requirements summary, taxonomy crosscheck, coverage checks</a:t>
            </a:r>
          </a:p>
          <a:p>
            <a:pPr>
              <a:defRPr sz="2000"/>
            </a:pPr>
            <a:r>
              <a:t>Stage 2/2a: specs and micro-architecture traceability artifacts</a:t>
            </a:r>
          </a:p>
          <a:p>
            <a:pPr>
              <a:defRPr sz="2000"/>
            </a:pPr>
            <a:r>
              <a:t>Stage 3/4/5: system/analog/digital requirement specs + trace matrices</a:t>
            </a:r>
          </a:p>
          <a:p>
            <a:pPr>
              <a:defRPr sz="2000"/>
            </a:pPr>
            <a:r>
              <a:t>Stage 6: cross-project architecture comparison report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script-first: generator -&gt; crosscheck -&gt; gate</a:t>
            </a:r>
          </a:p>
          <a:p>
            <a:pPr>
              <a:defRPr sz="2000"/>
            </a:pPr>
            <a:r>
              <a:t>Use stable loops for normal runs; bounded retry loops for recovery</a:t>
            </a:r>
          </a:p>
          <a:p>
            <a:pPr>
              <a:defRPr sz="2000"/>
            </a:pPr>
            <a:r>
              <a:t>Update docs/templates only when policy or behavior changes</a:t>
            </a:r>
          </a:p>
          <a:p>
            <a:pPr>
              <a:defRPr sz="2000"/>
            </a:pPr>
            <a:r>
              <a:t>Keep artifacts and docs synchronized after accepted fixes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Next-Step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this deck as kickoff material for stage reviews</a:t>
            </a:r>
          </a:p>
          <a:p>
            <a:pPr>
              <a:defRPr sz="2000"/>
            </a:pPr>
            <a:r>
              <a:t>Track PASS/FAIL evidence directly from orchestrator reports</a:t>
            </a:r>
          </a:p>
          <a:p>
            <a:pPr>
              <a:defRPr sz="2000"/>
            </a:pPr>
            <a:r>
              <a:t>Extend with project-specific metrics from latest run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